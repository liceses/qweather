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64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QWeather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DDEE"/>
                </a:solidFill>
                <a:latin typeface="Microsoft YaHei"/>
              </a:defRPr>
            </a:pPr>
            <a:r>
              <a:t>基于 Qt 6.11 + QML 的桌面天气预报应用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Microsoft YaHei"/>
              </a:defRPr>
            </a:pPr>
            <a:r>
              <a:t>项目演示 · 架构深度解析 · 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Microsoft YaHei"/>
              </a:defRPr>
            </a:pPr>
            <a:r>
              <a:t>▸  24 个和风天气 API 统一引擎 + ​_loc 追踪路由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Microsoft YaHei"/>
              </a:defRPr>
            </a:pPr>
            <a:r>
              <a:t>▸  C++ Store + QML 纯渲染架构 (4 个数据 Store)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Microsoft YaHei"/>
              </a:defRPr>
            </a:pPr>
            <a:r>
              <a:t>▸  V3 动态天气背景系统 (GPU ShaderEffect, 6 Layer 栈)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Microsoft YaHei"/>
              </a:defRPr>
            </a:pPr>
            <a:r>
              <a:t>▸  7 页面路由 · 10 功能模块 · 23 个 QML 文件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Microsoft YaHei"/>
              </a:defRPr>
            </a:pPr>
            <a:r>
              <a:t>▸  SQLite 缓存 · QtCharts 图表 · GLSL 天文天空模拟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Microsoft YaHei"/>
              </a:defRPr>
            </a:pPr>
            <a:r>
              <a:t>2026-07-16  ·  Version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项目概述与技术栈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系统架构：C++ / QML 边界与单向数据流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WeatherAPI 引擎：24 API · 三层架构 · ​_loc 追踪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C++ Store 范式：4 个数据层深度解析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V3 动态天气背景系统：6 Layer 栈 · 68 码映射 · 三层过渡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GLSL 着色器详解：7 个 shader · 天文天空模型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功能模块详解 (10 大模块)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UI 设计体系：Glassmorphism · 响应式 · 动画标准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关键设计决策与踩坑教训</a:t>
            </a:r>
          </a:p>
          <a:p>
            <a:pPr>
              <a:spcAft>
                <a:spcPts val="1000"/>
              </a:spcAft>
              <a:defRPr sz="2000">
                <a:solidFill>
                  <a:srgbClr val="CCDDEE"/>
                </a:solidFill>
                <a:latin typeface="Microsoft YaHei"/>
              </a:defRPr>
            </a:pPr>
            <a:r>
              <a:t>▸  项目里程碑与交付物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QWeather — 桌面天气预报应用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Microsoft YaHei"/>
              </a:defRPr>
            </a:pPr>
            <a:r>
              <a:t>核心特征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t>▸  Qt 6.11 + QML + C++17 混合架构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t>▸  24 个和风天气 API 统一封装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t>▸  C++ Store 数据预处理，QML 纯绑定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t>▸  GPU ShaderEffect 实时动态天气背景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t>▸  7 个 GLSL 片段着色器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t>▸  SQLite 缓存 + TTL 过期策略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t>▸  QtCharts 温度折线图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t>▸  68 天气码 → 6 种背景的 O(1) 映射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5454" y="1371600"/>
            <a:ext cx="521208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Microsoft YaHei"/>
              </a:defRPr>
            </a:pPr>
            <a:r>
              <a:rPr dirty="0" err="1"/>
              <a:t>核心能力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城市搜索</a:t>
            </a:r>
            <a:r>
              <a:rPr dirty="0"/>
              <a:t> (</a:t>
            </a:r>
            <a:r>
              <a:rPr dirty="0" err="1"/>
              <a:t>联想补全</a:t>
            </a:r>
            <a:r>
              <a:rPr dirty="0"/>
              <a:t> + </a:t>
            </a:r>
            <a:r>
              <a:rPr dirty="0" err="1"/>
              <a:t>GeoAPI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实时天气</a:t>
            </a:r>
            <a:r>
              <a:rPr dirty="0"/>
              <a:t> + </a:t>
            </a:r>
            <a:r>
              <a:rPr dirty="0" err="1"/>
              <a:t>体感</a:t>
            </a:r>
            <a:r>
              <a:rPr dirty="0"/>
              <a:t>/</a:t>
            </a:r>
            <a:r>
              <a:rPr dirty="0" err="1"/>
              <a:t>湿度</a:t>
            </a:r>
            <a:r>
              <a:rPr dirty="0"/>
              <a:t>/</a:t>
            </a:r>
            <a:r>
              <a:rPr dirty="0" err="1"/>
              <a:t>风力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逐小时</a:t>
            </a:r>
            <a:r>
              <a:rPr dirty="0"/>
              <a:t>/</a:t>
            </a:r>
            <a:r>
              <a:rPr dirty="0" err="1"/>
              <a:t>逐日预报</a:t>
            </a:r>
            <a:r>
              <a:rPr dirty="0"/>
              <a:t> (24h~30d)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空气质量</a:t>
            </a:r>
            <a:r>
              <a:rPr dirty="0"/>
              <a:t> (AQI + PM2.5/PM10/NO₂/O₃/CO)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太阳辐射</a:t>
            </a:r>
            <a:r>
              <a:rPr dirty="0"/>
              <a:t> (GHI/DNI/DHI) + </a:t>
            </a:r>
            <a:r>
              <a:rPr dirty="0" err="1"/>
              <a:t>天文</a:t>
            </a:r>
            <a:r>
              <a:rPr dirty="0"/>
              <a:t> (</a:t>
            </a:r>
            <a:r>
              <a:rPr dirty="0" err="1"/>
              <a:t>日出</a:t>
            </a:r>
            <a:r>
              <a:rPr dirty="0"/>
              <a:t>/</a:t>
            </a:r>
            <a:r>
              <a:rPr dirty="0" err="1"/>
              <a:t>月相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城市详情</a:t>
            </a:r>
            <a:r>
              <a:rPr dirty="0"/>
              <a:t> 9 </a:t>
            </a:r>
            <a:r>
              <a:rPr dirty="0" err="1"/>
              <a:t>卡聚合页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动态背景</a:t>
            </a:r>
            <a:r>
              <a:rPr dirty="0"/>
              <a:t> (晴/阴/雨/雪/雾/</a:t>
            </a:r>
            <a:r>
              <a:rPr dirty="0" err="1"/>
              <a:t>夜+天文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收藏</a:t>
            </a:r>
            <a:r>
              <a:rPr dirty="0"/>
              <a:t> / </a:t>
            </a:r>
            <a:r>
              <a:rPr dirty="0" err="1"/>
              <a:t>固定</a:t>
            </a:r>
            <a:r>
              <a:rPr dirty="0"/>
              <a:t> / </a:t>
            </a:r>
            <a:r>
              <a:rPr dirty="0" err="1"/>
              <a:t>历史</a:t>
            </a:r>
            <a:r>
              <a:rPr dirty="0"/>
              <a:t> / </a:t>
            </a:r>
            <a:r>
              <a:rPr dirty="0" err="1"/>
              <a:t>设置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技术栈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22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开发框架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4224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Qt 6.11+ · CMake 3.16+ · MinGW 64-bit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893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编程语言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8932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C++17 (后端) · QML / JavaScript (前端) · GLSL (着色器)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05456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5625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图形引擎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56256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Qt RHI (Direct3D 11 / OpenGL 3.3+ / Vulkan 1.1+)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72384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1231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Shader 管线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123184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qt_add_shaders() 编译 .frag → .qsb, 内置 fallback Rectangle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39312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901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网络通信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69011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Qt Network Access Manager · HTTPS · API Key 认证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57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257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SQLite 3 (通过 Qt SQL 模块) · 键值存储 + TTL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73168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823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图表引擎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82396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Qt 6 Charts · 预声明 SplineSeries + LineSeries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0096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3908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外部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90896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和风天气 (devapi.qweather.com) · 24 端点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907024"/>
            <a:ext cx="10698480" cy="502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9578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957824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CMake · Ninja / MinGW Make · 华为 CodeArts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C++ 后端 + QML 前端 · 单向数据流模式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20116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C++  后端层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▸  WeatherAPI — 24 API 统一路由 + 缓存拦截 + ​_loc 追踪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▸  4 × Store (Forecast / AirQuality / SolarAstronomy / CityDetail)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▸  GlobalClock · BackgroundManager · TransitionController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▸  WeatherProfile · AstronomyModel · AppSettings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▸  WeatherCache (SQLite) · SkyState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▼ contextProperty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23774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Microsoft YaHei"/>
              </a:defRPr>
            </a:pPr>
            <a:r>
              <a:t>QML  前端层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0D1B2A"/>
                </a:solidFill>
                <a:latin typeface="Microsoft YaHei"/>
              </a:defRPr>
            </a:pPr>
            <a:r>
              <a:t>▸  Main.qml — 7 页面路由 + 焦点城市 / 全局状态</a:t>
            </a:r>
          </a:p>
          <a:p>
            <a:pPr>
              <a:spcAft>
                <a:spcPts val="300"/>
              </a:spcAft>
              <a:defRPr sz="1200">
                <a:solidFill>
                  <a:srgbClr val="0D1B2A"/>
                </a:solidFill>
                <a:latin typeface="Microsoft YaHei"/>
              </a:defRPr>
            </a:pPr>
            <a:r>
              <a:t>▸  仪表盘 / 预报 / 空气质量 / 阳光天文 / 详情 / 收藏 / 设置</a:t>
            </a:r>
          </a:p>
          <a:p>
            <a:pPr>
              <a:spcAft>
                <a:spcPts val="300"/>
              </a:spcAft>
              <a:defRPr sz="1200">
                <a:solidFill>
                  <a:srgbClr val="0D1B2A"/>
                </a:solidFill>
                <a:latin typeface="Microsoft YaHei"/>
              </a:defRPr>
            </a:pPr>
            <a:r>
              <a:t>▸  SearchBar · CityCard · NavButton · InfoChip · WeatherIcon</a:t>
            </a:r>
          </a:p>
          <a:p>
            <a:pPr>
              <a:spcAft>
                <a:spcPts val="300"/>
              </a:spcAft>
              <a:defRPr sz="1200">
                <a:solidFill>
                  <a:srgbClr val="0D1B2A"/>
                </a:solidFill>
                <a:latin typeface="Microsoft YaHei"/>
              </a:defRPr>
            </a:pPr>
            <a:r>
              <a:t>▸  V3 动态背景栈: SkyLayer · CloudLayer · RainLayer ...</a:t>
            </a:r>
          </a:p>
          <a:p>
            <a:pPr>
              <a:spcAft>
                <a:spcPts val="300"/>
              </a:spcAft>
              <a:defRPr sz="1200">
                <a:solidFill>
                  <a:srgbClr val="0D1B2A"/>
                </a:solidFill>
                <a:latin typeface="Microsoft YaHei"/>
              </a:defRPr>
            </a:pPr>
            <a:r>
              <a:t>▸  WeatherBackgroundDebugPanel (Ctrl+Shift+B)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Microsoft YaHei"/>
              </a:defRPr>
            </a:pPr>
            <a:r>
              <a:t>数据流模式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1. cityList / focusId 变更 (Main.qml)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2. Store::setCities() → refreshAll()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3. 逐城调用 weatherApi.xxx()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4. WeatherCache TTL 检查 (命中则直接返回)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5. ​_loc 注入 URL -&gt; onReplyFinished 路由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6. Handler 解析 JSON → QVariantMap (新对象)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7. emit dataChanged() → QML 绑定刷新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关键原则: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C++ 是唯一数据源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QML 端不解析 JSON，纯绑定渲染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每次创建新 QVariantMap 触发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WeatherAPI 引擎深度解析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24 API · 3 层架构 · ​_loc 追踪 · 缓存拦截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45720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24 API 端点分类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GeoAPI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cityLookup / cityTop / POI — 地理编码/城市搜索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天气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now / daily(3d/7d/10d/15d/30d) / hourly(24h/72h/168h)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格点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grid-now / grid-daily(3d/7d) / grid-hourly(24h/72h)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空气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175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current / hourly / daily / stations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天文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832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sun / moon / solar-elevation-angle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太阳辐射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490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forecast (GHI/DNI/DHI, 支持 tilt/azimuth)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14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warning/current/v1 (新) + v7/warning/now (旧)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805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indices / minutely / tropical / tide / historical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5212080" cy="21031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三层架构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① 请求层: 各 Q_INVOKABLE 组装 URL -&gt; sendRequest()</a:t>
            </a:r>
          </a:p>
          <a:p>
            <a:pPr>
              <a:spcAft>
                <a:spcPts val="5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② 路由层: onReplyFinished() 按 ​_loc 标记分派</a:t>
            </a:r>
          </a:p>
          <a:p>
            <a:pPr>
              <a:spcAft>
                <a:spcPts val="5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③ 处理层: 24 个 handler 解析 JSON -&gt; emit 信号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57600"/>
            <a:ext cx="5212080" cy="2468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7490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​_loc 追踪机制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URL 注入 _loc=cityId 查询参数追踪请求归属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onReplyFinished 按 _loc 优先提取路由键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location 参数回退 (兼容旧版 API)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缓存拦截: sendRequest() 前检查 WeatherCache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命中 -&gt; 直接返回缓存 JSON + 跳过网络请求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认证: API Key (?key=xxxx), 待迁移 JWT Bearer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C784"/>
                </a:solidFill>
                <a:latin typeface="Microsoft YaHei"/>
              </a:defRPr>
            </a:pPr>
            <a:r>
              <a:t>信号签名统一: (QString cityId, QJsonObject data) / (QString cityId, QJsonArray data) — QML 端 0 JSON 解析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C++ Store 架构深度解析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统一数据流范式 · 4 个 Store · 异步合并 · 预初始化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23444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351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YaHei"/>
              </a:defRPr>
            </a:pPr>
            <a:r>
              <a:t>ForecastStore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351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天气预报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4351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weatherDaily/hourly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▸  JSON → 坐标数组 [{x: idx, y: temp}]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▸  支持 24h/72h/168h + 3d/7d/10d/15d/30d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▸  输出 chartData + info → ChartView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11247120" cy="123444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7609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YaHei"/>
              </a:defRPr>
            </a:pPr>
            <a:r>
              <a:t>AirQualityStore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609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空气质量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7609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airCurrent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▸  解析 indexes[us-epa].aqi/level/category/color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649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▸  解析 primaryPollutant + pollutants[].concentration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2102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▸  输出 类型安全的 QVariantMap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50284"/>
            <a:ext cx="11247120" cy="123444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868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YaHei"/>
              </a:defRPr>
            </a:pPr>
            <a:r>
              <a:t>SolarAstronomyStore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0868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阳光天文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0868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solarRadiation + astronomySun + astronomyMoon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48241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☀️ 3 </a:t>
            </a:r>
            <a:r>
              <a:rPr dirty="0" err="1"/>
              <a:t>路异步</a:t>
            </a:r>
            <a:r>
              <a:rPr dirty="0"/>
              <a:t> API </a:t>
            </a:r>
            <a:r>
              <a:rPr dirty="0" err="1"/>
              <a:t>并行请求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40080" y="482518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中间累加器</a:t>
            </a:r>
            <a:r>
              <a:rPr dirty="0"/>
              <a:t> </a:t>
            </a:r>
            <a:r>
              <a:rPr dirty="0" err="1"/>
              <a:t>m_solarRaw</a:t>
            </a:r>
            <a:r>
              <a:rPr dirty="0"/>
              <a:t> </a:t>
            </a:r>
            <a:r>
              <a:rPr dirty="0" err="1"/>
              <a:t>位标记追踪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3548171" y="449600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全部到达</a:t>
            </a:r>
            <a:r>
              <a:rPr dirty="0"/>
              <a:t>→ </a:t>
            </a:r>
            <a:r>
              <a:rPr dirty="0" err="1"/>
              <a:t>mergeAndEmit</a:t>
            </a:r>
            <a:r>
              <a:rPr dirty="0"/>
              <a:t>() </a:t>
            </a:r>
            <a:r>
              <a:rPr dirty="0" err="1"/>
              <a:t>合并写入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548171" y="4811243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避免</a:t>
            </a:r>
            <a:r>
              <a:rPr dirty="0"/>
              <a:t> QML </a:t>
            </a:r>
            <a:r>
              <a:rPr dirty="0" err="1"/>
              <a:t>侧多次刷新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457200" y="5349240"/>
            <a:ext cx="11247120" cy="123444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4127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YaHei"/>
              </a:defRPr>
            </a:pPr>
            <a:r>
              <a:t>CityDetailStore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4127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城市详情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4127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10 路 API 汇聚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▸  并行: now/daily/hourly/air/indices/warning/sun/moon/radiation/minutely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1675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▸  单一 QVariantMap 输出, 9 张卡片滚动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72846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预初始化所有嵌套</a:t>
            </a:r>
            <a:r>
              <a:rPr dirty="0"/>
              <a:t> map/list </a:t>
            </a:r>
            <a:r>
              <a:rPr dirty="0" err="1"/>
              <a:t>为空对象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6035040" y="598449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rPr dirty="0"/>
              <a:t>▸  </a:t>
            </a:r>
            <a:r>
              <a:rPr dirty="0" err="1"/>
              <a:t>防止</a:t>
            </a:r>
            <a:r>
              <a:rPr dirty="0"/>
              <a:t> QML </a:t>
            </a:r>
            <a:r>
              <a:rPr dirty="0" err="1"/>
              <a:t>提前求值导致</a:t>
            </a:r>
            <a:r>
              <a:rPr dirty="0"/>
              <a:t> </a:t>
            </a:r>
            <a:r>
              <a:rPr dirty="0" err="1"/>
              <a:t>TypeError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V3 动态天气背景系统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天空模拟 · GPU ShaderEffect · Layer 栈架构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Layer 栈 (z-order)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z=0   SkyLayer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始终: 天空渐变 + 太阳光晈 + 月亮 SDF + 星空粒子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z=10  AtmosphereLayer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始终: twilight 色调 + 散射 + 曝光 + 地平线色调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99AA"/>
                </a:solidFill>
                <a:latin typeface="Microsoft YaHei"/>
              </a:defRPr>
            </a:pPr>
            <a:r>
              <a:t>z=20  CloudLayer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条件: 2～3 层 fBM 云噪声 (cloudCoverage&gt;0.01)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99AA"/>
                </a:solidFill>
                <a:latin typeface="Microsoft YaHei"/>
              </a:defRPr>
            </a:pPr>
            <a:r>
              <a:t>z=30  WeatherLayer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条件: 雨丝/雪花粒子 ≤60 (precipIntensity&gt;0.001)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99AA"/>
                </a:solidFill>
                <a:latin typeface="Microsoft YaHei"/>
              </a:defRPr>
            </a:pPr>
            <a:r>
              <a:t>z=40  FogLayer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条件: 雾/霾/沙尘色调叠加 (fogDensity&gt;0.001)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99AA"/>
                </a:solidFill>
                <a:latin typeface="Microsoft YaHei"/>
              </a:defRPr>
            </a:pPr>
            <a:r>
              <a:t>z=50  LightningLayer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条件: 间歇全屏闪电闪烁 (lightningProb&gt;0)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96F3"/>
                </a:solidFill>
                <a:latin typeface="Microsoft YaHei"/>
              </a:defRPr>
            </a:pPr>
            <a:r>
              <a:t>DebugPanel: Ctrl+Shift+B — Auto/Debug 模式 + 参数滑块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三层过渡模型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层0 (NO-OP): 完全相同 → 无操作</a:t>
            </a:r>
          </a:p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层1 (参数平滑): 同类型 intensity/variant 变化 → 400ms NumberAnimation</a:t>
            </a:r>
          </a:p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层2 (过程式): 跨类型切换 → 双层 Loader + 800ms transitionProgress</a:t>
            </a:r>
          </a:p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防抖: abortCurrentTransition() → 恢复状态 → 重发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68 天气码 → 6 种类型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100 → sunny  |  101~104 → cloudy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150~153 → night |  300~399 (22码) → rain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400~499 (15码) → snow  |  500~515 (14码) → fog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每码映射 (type, intensity, variant) 三元组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intensity 0.0~1.0, variant 0~3 (闪电/冰雹/霾等)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V3 动态天气背景系统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C++ 模块详解 · GLSL 着色器清单 · 天文模型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6858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22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t>GlobalClock ~40行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22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全局 16ms 时钟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Q_PROPERTY(double elapsed), 非活跃暂停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5486400" cy="6858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72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t>SkyState ~80行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72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26 </a:t>
            </a:r>
            <a:r>
              <a:rPr dirty="0" err="1"/>
              <a:t>字段统一状态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Q_GADGET + Q_PROPERTY, 跨层共享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71216"/>
            <a:ext cx="5486400" cy="1116874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922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rPr dirty="0" err="1"/>
              <a:t>WeatherProfile</a:t>
            </a:r>
            <a:r>
              <a:rPr dirty="0"/>
              <a:t> ~270行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922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68 码 O(1) 查表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41" y="320369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rPr dirty="0" err="1"/>
              <a:t>天气码</a:t>
            </a:r>
            <a:r>
              <a:rPr dirty="0"/>
              <a:t>→{cloudCoverage,rainIntensity,snowIntensity,fogDensity,lightningProb,variant}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21024"/>
            <a:ext cx="5486400" cy="1116874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671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t>AstronomyModel ~110行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718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天文计算引擎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84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rPr dirty="0" err="1"/>
              <a:t>sunProgress</a:t>
            </a:r>
            <a:r>
              <a:rPr dirty="0"/>
              <a:t> + 7时段天空色插值 + 60s Timer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70832"/>
            <a:ext cx="5486400" cy="1116874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421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t>BackgroundManager ~360行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421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模式 + 状态维护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682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Auto/Debug模式, updateWeather/updateSunTimes/updateMoon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5486400" cy="1116874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171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t>TransitionController ~350行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17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过渡状态机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1764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Loader激活时序 + m_transitionId防抖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7 个 GLSL 片段着色器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920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sky.frag — 天空渐变 + 太阳光晈 + 月亮SDF + 星空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atmosphere.frag — twilight + 散射 + 曝光 + 地平线色调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cloud.frag — 2～3层 fBM 云噪声 (Fractal Brownian Motion)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rain.frag — 雨丝粒子 ≤60 + 闪电闪烁 + 冰雹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snow.frag — 雪花飘落 ≤60 + 风摆动 + 雨夹雪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fog.frag — 雾/霾/沙尘色调叠加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lightning.frag — 间歇全屏闪电闪烁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6400800" y="44805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color.glsl — 颜色操作 / mix / 调色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lighting.glsl — 光线计算 / 散射 / 反射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math.glsl — 数学常量 / 矩阵 / 插值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noise.glsl — 噪声函数 (fBM / 紫红色噪声)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particle.glsl — 粒子时间 / 位置 / 行为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tonemap.glsl — 颜色映射 / HDR / 曝光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random.glsl — 随机数生成 / 均匀 / 正态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天文天空模型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7时段天空色 · 太阳/月亮 · 月相SDF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核心计算公式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sunProgress = (currentMinute - sunriseMin) / (sunsetMin - sunriseMin)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0=日出, 0.5=正午, 1=日落, &lt;0=日出前, &gt;1=日落后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太阳位置: angle = (sunProgress-0.5)×π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sunX = 0.5 + sin(angle)×0.55 (左→中→右)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sunY = 0.7 - cos(angle)×0.5 (地平→天顶→地平)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sunColor = mix(#ff6633, #fffff0, √elevation)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月亮位置: 与太阳对跞 (相位差半圈)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743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7时段天空色 (sunProgress分区)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深夜 (&lt;-0.3): #0a0a1a / #0d0d28 / #050510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蓝调日出前 (-0.3~0): #1a2a5a / #4a3060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金粉日出 (0~0.15): #4a6fa5 / #f4a460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白天 (0.15~0.7): #4a90d9 / #87ceeb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曖午后 (0.7~0.9): #5a8ab5 / #d4996a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橙红日落 (0.9~1.0): #3a5a8a / #e07840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  <a:latin typeface="Microsoft YaHei"/>
              </a:defRPr>
            </a:pPr>
            <a:r>
              <a:t>▸  紫调日落后 (1.0~1.3): #2a1a4a / #602040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47120" cy="21031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天文数据流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focusId 变更 → weatherApi.astronomySun/Moon(focusId, date) → signal → Main.qml onAstronomySunReady/MoonReady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backgroundManager.updateSunTimes(json.sunrise, json.sunset) + updateMoon(icon, illumination)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Timer(60s) → AstronomyModel.update() → 计算 25 个 uniform → ShaderEffect 自动更新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月相: 800(新月)~807(残月), 用 SDF 裁剪月牙形状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计算开销 &lt;0.1ms, 运行时可调性能档位 (高/中/低)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性能策略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粒子分级 · GPU 负载控制 · Shader 编译管线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粒子分级策略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档位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t>高(2)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桌面独显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t>中(1)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集显/笔记本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Microsoft YaHei"/>
              </a:defRPr>
            </a:pPr>
            <a:r>
              <a:t>低(0)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嵌入式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Shader 编译管线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.frag 源文件 → qt_add_shaders() 自动编译</a:t>
            </a:r>
          </a:p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输出 .qsb (Qt Shader Baker) 二进制格式</a:t>
            </a:r>
          </a:p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内置 fallback Rectangle 渐变 (ShaderEffect Error 时显示)</a:t>
            </a:r>
          </a:p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循环上限编译时常量 (60), uniform 控制实际数量</a:t>
            </a:r>
          </a:p>
          <a:p>
            <a:pPr>
              <a:spcAft>
                <a:spcPts val="5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过渡期间跳过粒子循环，不翻倍 GPU 负载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11247120" cy="2468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关键性能指标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8056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最坏情况 GPU 负载: 雷阵雨+雾+云层 → 4 个条件 Layer 同时激活，总粒子循环 ~60，远在安全范围内</a:t>
            </a:r>
          </a:p>
          <a:p>
            <a:pPr>
              <a:spcAft>
                <a:spcPts val="5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天文计算每 60s 一次，单次 &lt;0.1ms，几乎不影响主线程</a:t>
            </a:r>
          </a:p>
          <a:p>
            <a:pPr>
              <a:spcAft>
                <a:spcPts val="5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Shader uniform 接口: 25 个统一变量 (2 动画 + 3 天气 + 9 天文 + 5 月亮 + 2 交互 + 矩阵/透明度)</a:t>
            </a:r>
          </a:p>
          <a:p>
            <a:pPr>
              <a:spcAft>
                <a:spcPts val="5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AppSettings.perfLevel 运行时调节，切换档位无需重启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功能模块总览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10 大模块 · 全部已实现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097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097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城市天气查询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097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SearchBar 联想 + 实时天气 + GeoAPI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126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126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七天天气预报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126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24h~30d 预报 + ChartView 折线图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7744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155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155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空气质量指数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4155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AQI + PM2.5/PM10/NO₂/O₃/CO 网格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184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184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阳光天文信息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9184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GHI/DNI/DHI + 日出日落 + 月相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4213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4213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城市详情聚合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4213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10 路 API 汇聚 · 9 卡片滚动页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8620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243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9243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动态天气背景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9243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V3 天空模拟 · 6 Layer 栈 · GPU ShaderEffect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8912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4272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4272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收藏与管理系统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4272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收藏 / 固定 / 历史 · SQLite 持久化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9204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9301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9301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缓存管理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9301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SQLite 键值存储 · TTL 过期策略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4330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4330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应用设置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4330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太阳辐射开关 · 缓存清除 · 版本信息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97880"/>
            <a:ext cx="11247120" cy="457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9359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F10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9359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图表可视化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9359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QtCharts 温度曲线 · Axis 自适应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模块详解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  <a:latin typeface="Microsoft YaHei"/>
              </a:defRPr>
            </a:pPr>
            <a:r>
              <a:t>F1  城市天气查询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SearchBar 300ms 防抖 + Popup 联想面板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cityLookup → GeoAPI 解析 location[]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首次启动→ topCity("cn",4) 热门城市填充仪表盘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焦点城市切换→ weatherNow + Store 同步 + 历史记录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搜索回车: 取消前一次请求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  <a:latin typeface="Microsoft YaHei"/>
              </a:defRPr>
            </a:pPr>
            <a:r>
              <a:t>F2  七天天气预报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范围: 24h/72h/168h + 3d/7d/10d/15d/30d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C++ ForecastStore → 坐标数组 [{x: idx, y: temp}]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ChartView: SplineSeries + LineSeries×2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X轴 ValueAxis序号索引, Y轴自适应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先设轴范围 -&gt; clear() -&gt; append()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模块详解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  <a:latin typeface="Microsoft YaHei"/>
              </a:defRPr>
            </a:pPr>
            <a:r>
              <a:t>F3  空气质量指数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2×2 Grid, 绑定 airQualityStore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解析 indexes[us-epa].aqi/level/category/color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污染物网格: PM2.5/PM10/NO₂/O₃/CO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健康建议展示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  <a:latin typeface="Microsoft YaHei"/>
              </a:defRPr>
            </a:pPr>
            <a:r>
              <a:t>F4  阳光天文信息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3 路异步 API 合并 → mergeAndEmit()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GHI 大数字 + DNI/DHI 副行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日出日落 + 月相名称/亮度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可隐藏太阳辐射 (AppSettings)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模块详解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  <a:latin typeface="Microsoft YaHei"/>
              </a:defRPr>
            </a:pPr>
            <a:r>
              <a:t>F5  城市详情聚合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10 路 API 并行调用→9 卡片滚动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实时/空气/预报/指数/预警/天文/辐射/降水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C++ 预初始化 map/list 防 TypeError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数据按到达顺序依次可见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  <a:latin typeface="Microsoft YaHei"/>
              </a:defRPr>
            </a:pPr>
            <a:r>
              <a:t>F7/F9  收藏/历史/设置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星号→收藏→SQLite 持久化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侧边栏优先级: 固定&gt;收藏&gt;历史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AppSettings: 太阳辐射/性能档位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QSettings 持久化用户偏好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关键设计决策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从踩坑中沉淀的架构原则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6400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22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Microsoft YaHei"/>
              </a:defRPr>
            </a:pPr>
            <a:r>
              <a:t>C++ 预处理 &gt; QML 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224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JSON 解析、日期转换、坐标计算全部移到 C++，消除 ReferenceError / 类型错误 / 信号丢失一整类 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75688"/>
            <a:ext cx="11247120" cy="6400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26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Microsoft YaHei"/>
              </a:defRPr>
            </a:pPr>
            <a:r>
              <a:t>QtCharts 必须 QApplication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26488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QtCharts 内部依赖 QGraphicsTextItem → QWidgetTextControl，QGuiApplication 会 SIGSEGV崩溃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79776"/>
            <a:ext cx="11247120" cy="6400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830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Microsoft YaHei"/>
              </a:defRPr>
            </a:pPr>
            <a:r>
              <a:t>预声明 series &gt; createSeries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830576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ChartView + 预声明 children 比动态 createSeries() 稳定，避免轴进入无效状态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83864"/>
            <a:ext cx="11247120" cy="6400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5346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Microsoft YaHei"/>
              </a:defRPr>
            </a:pPr>
            <a:r>
              <a:t>QML property var 绑定 ≠ JS 深比较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34664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JS 对象原地修改不触发 Changed — C++ 端每次创建新 QVariantMap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87952"/>
            <a:ext cx="11247120" cy="6400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38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Microsoft YaHei"/>
              </a:defRPr>
            </a:pPr>
            <a:r>
              <a:t>undefined &amp;&amp; x 返回 undefined 非 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23875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QML 中所有 visible guard 必须用 !! 强制布尔化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92040"/>
            <a:ext cx="11247120" cy="6400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42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Microsoft YaHei"/>
              </a:defRPr>
            </a:pPr>
            <a:r>
              <a:t>_loc 优先于 location 提取路由键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942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当 API 同时具有 location (业务) 和 _loc (追踪) 时，追踪参数优先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96128"/>
            <a:ext cx="11247120" cy="6400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46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Microsoft YaHei"/>
              </a:defRPr>
            </a:pPr>
            <a:r>
              <a:t>多路异步用中间累加 → 统一 emit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646928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m_solarRaw 中间缓冲 + mergeAndEmit 合并写入，避免 QML 侧多次刷新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300216"/>
            <a:ext cx="11247120" cy="6400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351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Microsoft YaHei"/>
              </a:defRPr>
            </a:pPr>
            <a:r>
              <a:t>预初始化空 map/list 防 TypeError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6351016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在构造函数和 setCity() 两处执行，因 QML 绑定在首次数据到达前就已开始求值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QtCharts 集成踩坑记录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问题 · 根因 · 解决方案全解析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现象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根因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754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QGuiApplication 崩溃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754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SIGSEGV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754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QtCharts 内部用 QGraphicsTextItem</a:t>
            </a:r>
            <a:br/>
            <a:r>
              <a:t>→ QWidgetTextControl，依赖 QtWidgets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7754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QGuiApplication → QApplication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32888"/>
            <a:ext cx="11247120" cy="731520"/>
          </a:xfrm>
          <a:prstGeom prst="round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57098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DateTimeAxis 不渲染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57098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折线不显示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7098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Qt 6 Charts QML 中 DateTimeAxis</a:t>
            </a:r>
            <a:br/>
            <a:r>
              <a:t>+ 预声明 series 不兼容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57098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改用 ValueAxis + 序号索引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28416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36651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clear() 后轴不自动缩放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36651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折线压在底部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36651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Qt Charts: clear() 后 axis 范围保持不变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36651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先算范围→setRange</a:t>
            </a:r>
            <a:br/>
            <a:r>
              <a:t>→clear()→append()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23944"/>
            <a:ext cx="11247120" cy="731520"/>
          </a:xfrm>
          <a:prstGeom prst="round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6204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removeAllSeries+</a:t>
            </a:r>
            <a:br/>
            <a:r>
              <a:t>createSeries 产生 NaN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16204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Ignored NaN 警告泛滥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16204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清理/重建 series 导致</a:t>
            </a:r>
            <a:br/>
            <a:r>
              <a:t>轴进入无效状态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16204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预声明 series + clear()</a:t>
            </a:r>
            <a:br/>
            <a:r>
              <a:t>+ append()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19472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9575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QML property var 绑定不更新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9575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卡片无数据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9575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JS 对象原地修改引用不变</a:t>
            </a:r>
            <a:br/>
            <a:r>
              <a:t>QML Changed 信号不触发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9575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C++ 端每次创建</a:t>
            </a:r>
            <a:br/>
            <a:r>
              <a:t>新 QVariantMap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715000"/>
            <a:ext cx="11247120" cy="731520"/>
          </a:xfrm>
          <a:prstGeom prst="round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7531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labelFormat 乱码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7531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Y 轴显示 ?C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7531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Windows 字体不支持° 字符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7531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去掉特殊字符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UI 设计体系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Fluent Glassmorphism · 响应式 · 动画标准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Glassmorphism 风格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半透明 ARGB 卡片 (#20ffffff)，弱边框 (#30ffffff)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hover: 背景 +5% (#25ffffff)，边框 +20% (#50ffffff)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深色遮罩: #20000000 (InfoChip) / #1a000000 (侧边栏)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强调色 #4caf50 — 唯一跨背景高对比色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Popup 底色 #eaf0ea (实色，不参与毛玻璃)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5661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响应式布局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卡片圆角: 搜索框20px · 卡片12px · 标签8px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字号响应式: Math.max(min, Math.min(max, dim*ratio))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2×2 Grid 自适应布局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卡片不透明度 ≤20%，透出动态背景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文字系 white 全天气类型可读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566160" cy="475488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动画与过渡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Hover: 200ms ColorAnimation (color + border.color)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侧边栏展开: 80↔200px, 200ms OutCubic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背景切换: 800ms 过程式过渡 (云飘入/雨渐密)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Popup 进出: 150ms in / 100ms out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切页动画: StackLayout 滑动过渡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缓存与持久化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SQLite · TTL · 键值存储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32004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缓存策略 (TTL)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数据类型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TTL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Microsoft YaHei"/>
              </a:defRPr>
            </a:pPr>
            <a:r>
              <a:t>API 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实时天气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945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Microsoft YaHei"/>
              </a:defRPr>
            </a:pPr>
            <a:r>
              <a:t>10分钟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9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weatherNow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3230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逐日预报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323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Microsoft YaHei"/>
              </a:defRPr>
            </a:pPr>
            <a:r>
              <a:t>30分钟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323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weatherDaily(3d/7d/10d/15d/30d)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700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逐时预报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70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Microsoft YaHei"/>
              </a:defRPr>
            </a:pPr>
            <a:r>
              <a:t>20分钟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70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weatherHourly(24h/72h/168h)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空气质量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90779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Microsoft YaHei"/>
              </a:defRPr>
            </a:pPr>
            <a:r>
              <a:t>20分钟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907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airCurrent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4553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太阳辐射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1455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Microsoft YaHei"/>
              </a:defRPr>
            </a:pPr>
            <a:r>
              <a:t>30分钟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1455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solarRadiation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83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天文数据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3832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Microsoft YaHei"/>
              </a:defRPr>
            </a:pPr>
            <a:r>
              <a:t>60分钟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3832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astronomySun/Moon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210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城市搜索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6210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Microsoft YaHei"/>
              </a:defRPr>
            </a:pPr>
            <a:r>
              <a:t>24小时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6210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cityLookup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58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热门城市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8587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Microsoft YaHei"/>
              </a:defRPr>
            </a:pPr>
            <a:r>
              <a:t>7天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8587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cityTop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71600"/>
            <a:ext cx="5212080" cy="32004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C784"/>
                </a:solidFill>
                <a:latin typeface="Microsoft YaHei"/>
              </a:defRPr>
            </a:pPr>
            <a:r>
              <a:t>用户数据持久化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9202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收藏城市: fav_cities → JSON.stringify → SQLite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固定城市: pin_cities → 侧边栏优先级第一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历史记录: hist_cities → LIFO 去重 + 上限20条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启动时 WeatherCache.load() 恢复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用户偏好: QSettings 注册表持久化</a:t>
            </a:r>
          </a:p>
          <a:p>
            <a:pPr>
              <a:spcAft>
                <a:spcPts val="6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性能档位: AppSettings.perfLevel 运行时调节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846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C784"/>
                </a:solidFill>
                <a:latin typeface="Microsoft YaHei"/>
              </a:defRPr>
            </a:pPr>
            <a:r>
              <a:t>缓存架构图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2120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WeatherAPI.sendRequest() → WeatherCache.get(key, ttl) → 命中? 返回缓存 : 发起 HTTP 请求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HTTP 返回 → Handler 解析→ onDataReady 信号传递→ 同时 WeatherCache.set(key, json)</a:t>
            </a:r>
          </a:p>
          <a:p>
            <a:pPr>
              <a:spcAft>
                <a:spcPts val="400"/>
              </a:spcAft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▸  Main.qml: fav/pin/hist → JSON.stringify → WeatherCache.save(key, json) —— 启动时 load 恢复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基于 git 日志梳理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47800"/>
            <a:ext cx="73152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47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47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2026-07-10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47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Microsoft YaHei"/>
              </a:defRPr>
            </a:pPr>
            <a:r>
              <a:t>bd254a2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478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24 个和风天气 API 封装 + 统一路由/信号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76272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252472"/>
            <a:ext cx="73152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524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524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2026-07-13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52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Microsoft YaHei"/>
              </a:defRPr>
            </a:pPr>
            <a:r>
              <a:t>2481043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5247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SQLite 缓存层 + 前端仪表盘基础组件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80944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057144"/>
            <a:ext cx="73152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05714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571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2026-07-13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0571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Microsoft YaHei"/>
              </a:defRPr>
            </a:pPr>
            <a:r>
              <a:t>effac4b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5714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C++ Store 架构重构 + 4 大页面 + 城市详情 + 收藏 + 设置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85616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3861816"/>
            <a:ext cx="73152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8618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v0.8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618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2026-07-14/15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8618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Microsoft YaHei"/>
              </a:defRPr>
            </a:pPr>
            <a:r>
              <a:t>d461b4e→c9b094e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86181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V3 天空模拟系统: Layer 栈 + 68 码映射 + 三层过渡 + DebugPanel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90288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4666488"/>
            <a:ext cx="73152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6664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v0.9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666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2026-07-15/16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6664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Microsoft YaHei"/>
              </a:defRPr>
            </a:pPr>
            <a:r>
              <a:t>a5e5de9→abb466f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66648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Shader 调优: 云体 volumetric + 雨网格重构 + 曝光修复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94960"/>
            <a:ext cx="11247120" cy="7315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471160"/>
            <a:ext cx="73152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471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v1.0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471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2026-07-16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471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Microsoft YaHei"/>
              </a:defRPr>
            </a:pPr>
            <a:r>
              <a:t>106386f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4711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栈式 cityList + 设置页 maxCards + 需求规格说明书定稿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20/18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项目文件结构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qml1/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├── CMakeLists.txt          Qt6 Quick + Network + Sql + Charts + Widgets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├── main.cpp                QApplication + 12 context properties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├── C++ 后端 (12 文件)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weatherApi.h/.cpp         24 API + 统一路由 + _loc 追踪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WeatherCache.h/.cpp       SQLite 缓存 + TTL 过期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ForecastStore.h/.cpp      天气预报数据层 (坐标数组)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AirQualityStore.h/.cpp    空气质量数据层 (AQI+污染物)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SolarAstronomyStore.*     阳光天文 (3路异步合并)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CityDetailStore.*         城市详情 (10路汇聚)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AppSettings.h/.cpp        QSettings 持久化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GlobalClock.* / SkyState.h / WeatherProfile.*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AstronomyModel.* / BackgroundManager.*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└── TransitionController.*    过渡状态机 + 防抖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├── QML 前端 (23 文件)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Main.qml / DashboardPage.qml / NavButton.qml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SearchBar / CityCard / InfoChip / WeatherIcon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ForecastPage+Card / AirQualityPage+Card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SolarAstronomyPage+Card / CityDetailPage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├── FavoritesPage / SettingsPage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   └── V3: WeatherBackground + 6 Layers + DebugPanel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│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├── shaders/ (7 .frag)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├── icons/ (7 SVG 图标)</a:t>
            </a:r>
          </a:p>
          <a:p>
            <a:pPr>
              <a:spcAft>
                <a:spcPts val="100"/>
              </a:spcAft>
              <a:defRPr sz="1000">
                <a:solidFill>
                  <a:srgbClr val="CCDDEE"/>
                </a:solidFill>
                <a:latin typeface="Microsoft YaHei"/>
              </a:defRPr>
            </a:pPr>
            <a:r>
              <a:t>▸  └── docs/ (需求规格说明书 + 演示 PPT + 个人总结)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21/18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感谢聊听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99AA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Microsoft YaHei"/>
              </a:defRPr>
            </a:pPr>
            <a:r>
              <a:t>QWeather — 基于 Qt 6.11 的桌面天气预报应用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931920"/>
            <a:ext cx="3931920" cy="1645920"/>
          </a:xfrm>
          <a:prstGeom prst="round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4023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项目信息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44805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项目代号: qml1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框架: Qt 6.11 · C++17 · QML · GLSL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API: 和风天气 (24 端点)</a:t>
            </a:r>
          </a:p>
          <a:p>
            <a:pPr>
              <a:spcAft>
                <a:spcPts val="400"/>
              </a:spcAft>
              <a:defRPr sz="1300">
                <a:solidFill>
                  <a:srgbClr val="CCDDEE"/>
                </a:solidFill>
                <a:latin typeface="Microsoft YaHei"/>
              </a:defRPr>
            </a:pPr>
            <a:r>
              <a:t>▸  架构: C++ Store + QML 纯渲染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3283</Words>
  <Application>Microsoft Office PowerPoint</Application>
  <PresentationFormat>宽屏</PresentationFormat>
  <Paragraphs>526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天下 漓</cp:lastModifiedBy>
  <cp:revision>2</cp:revision>
  <dcterms:created xsi:type="dcterms:W3CDTF">2013-01-27T09:14:16Z</dcterms:created>
  <dcterms:modified xsi:type="dcterms:W3CDTF">2026-07-16T12:06:22Z</dcterms:modified>
  <cp:category/>
</cp:coreProperties>
</file>